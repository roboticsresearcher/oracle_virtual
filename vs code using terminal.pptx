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0EFC3A-9BFB-47B7-87EE-E8B99A65FB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C6C51D-2958-4760-B740-F35A94FFF5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A13B3-DE61-4CCD-81C2-03F7740E6A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65A536-9FB1-4980-A8CC-40494D11DE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7F3F0-E1C8-4F07-881F-D0C2BF5414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5A314-3A83-4E2A-A9C7-1F47A85784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147D72-A688-4356-A7B1-2708AE86A4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00A14E-F5C7-4AA4-AC26-95AB0247B7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0EC0B9-F617-4710-938E-42435095D2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2B0F39-C7F6-49B2-A2A0-FD3DB146CC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17414-4DE7-4767-9E0B-70A9BDDD0E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2CCE62-B4CA-4BEA-B79D-661649527E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4677E59-6B09-4C06-8ECB-5D0AD4DEE45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70160" y="424440"/>
            <a:ext cx="707364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For Ubuntu 22.04 + ROS 2 Humble, Install VS Code and the useful ROS/C++ extensions entirely from the terminal.</a:t>
            </a:r>
            <a:endParaRPr b="1" lang="en-US" sz="14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57360" y="1298160"/>
            <a:ext cx="2771640" cy="99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1. Update Ubuntu</a:t>
            </a:r>
            <a:endParaRPr b="1" lang="en-US" sz="1200" spc="-1" strike="noStrike">
              <a:latin typeface="Arial"/>
            </a:endParaRPr>
          </a:p>
          <a:p>
            <a:endParaRPr b="1" lang="en-US" sz="12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sudo apt update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sudo apt upgrade -y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5800" y="2743200"/>
            <a:ext cx="5895720" cy="85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2. Install prerequisites</a:t>
            </a:r>
            <a:endParaRPr b="1" lang="en-US" sz="1200" spc="-1" strike="noStrike">
              <a:latin typeface="Arial"/>
            </a:endParaRPr>
          </a:p>
          <a:p>
            <a:endParaRPr b="1" lang="en-US" sz="12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sudo apt install -y wget gpg apt-transport-https software-properties-common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85800" y="3983400"/>
            <a:ext cx="6858000" cy="99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3. Add the official Microsoft VS Code repository</a:t>
            </a:r>
            <a:endParaRPr b="1" lang="en-US" sz="1200" spc="-1" strike="noStrike">
              <a:latin typeface="Arial"/>
            </a:endParaRPr>
          </a:p>
          <a:p>
            <a:endParaRPr b="1" lang="en-US" sz="12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  <a:ea typeface="Courier New"/>
              </a:rPr>
              <a:t>wget -qO- https://packages.microsoft.com/keys/microsoft.asc | \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  <a:ea typeface="Courier New"/>
              </a:rPr>
              <a:t>sudo gpg --dearmor -o /usr/share/keyrings/microsoft.gpg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85800" y="5113800"/>
            <a:ext cx="857052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c9211e"/>
                </a:solidFill>
                <a:latin typeface="Arial"/>
              </a:rPr>
              <a:t>echo "deb [arch=amd64,arm64,armhf signed-by=/usr/share/keyrings/microsoft.gpg] https://packages.microsoft.com/repos/code stable main" | \</a:t>
            </a:r>
            <a:endParaRPr b="0" lang="en-US" sz="1000" spc="-1" strike="noStrike">
              <a:solidFill>
                <a:srgbClr val="c9211e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Arial"/>
              </a:rPr>
              <a:t>sudo tee /etc/apt/sources.list.d/vscode.list</a:t>
            </a:r>
            <a:endParaRPr b="0" lang="en-US" sz="1000" spc="-1" strike="noStrike">
              <a:solidFill>
                <a:srgbClr val="c9211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 txBox="1"/>
          <p:nvPr/>
        </p:nvSpPr>
        <p:spPr>
          <a:xfrm>
            <a:off x="914400" y="412560"/>
            <a:ext cx="132372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latin typeface="Arial"/>
              </a:rPr>
              <a:t>Then: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sudo apt update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914400" y="1240200"/>
            <a:ext cx="7800840" cy="96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4. Install VS Code</a:t>
            </a:r>
            <a:endParaRPr b="1" lang="en-US" sz="12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sudo apt install -y code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This uses Microsoft's official repository, which also allows VS Code to receive updates through apt.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14400" y="2354040"/>
            <a:ext cx="2314440" cy="193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latin typeface="Arial"/>
              </a:rPr>
              <a:t>Check: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--version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1" lang="en-US" sz="1000" spc="-1" strike="noStrike">
                <a:latin typeface="Courier New"/>
              </a:rPr>
              <a:t>Open VS Code: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Or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1" lang="en-US" sz="1000" spc="-1" strike="noStrike">
                <a:latin typeface="Courier New"/>
              </a:rPr>
              <a:t>open your current folder: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.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457200" y="1486800"/>
            <a:ext cx="7382880" cy="239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5. Install C++ development tools</a:t>
            </a:r>
            <a:endParaRPr b="1" lang="en-US" sz="12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For ROS 2 Humble, you'll want GCC, GDB, CMake and related tools: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sudo apt install -y build-essential gdb cmake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1" lang="en-US" sz="1000" spc="-1" strike="noStrike">
                <a:latin typeface="Courier New"/>
              </a:rPr>
              <a:t>Verify: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g++ --version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gcc –version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cmake --version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VS Code's C/C++ extension provides IntelliSense and debugging integration, but the </a:t>
            </a:r>
            <a:r>
              <a:rPr b="0" lang="en-US" sz="1000" spc="-1" strike="noStrike">
                <a:latin typeface="Courier New"/>
              </a:rPr>
              <a:t>compiler/debugger themselves need to be installed separately.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457200" y="453600"/>
            <a:ext cx="7154280" cy="14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6. Install VS Code extensions from terminal</a:t>
            </a:r>
            <a:endParaRPr b="1" lang="en-US" sz="1200" spc="-1" strike="noStrike">
              <a:latin typeface="Arial"/>
            </a:endParaRPr>
          </a:p>
          <a:p>
            <a:r>
              <a:rPr b="1" lang="en-US" sz="1000" spc="-1" strike="noStrike">
                <a:latin typeface="Arial"/>
              </a:rPr>
              <a:t>For our ROS 2 Humble + C++ + Python work, install:</a:t>
            </a:r>
            <a:endParaRPr b="0" lang="en-US" sz="10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--install-extension ms-vscode.cpptools 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--install-extension ms-vscode.cmake-tools 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--install-extension ms-python.python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57200" y="2088000"/>
            <a:ext cx="3381120" cy="5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latin typeface="Arial"/>
              </a:rPr>
              <a:t>For ROS 2: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--install-extension ms-iot.vscode-ros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05080" y="2971800"/>
            <a:ext cx="6581520" cy="64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latin typeface="Arial"/>
              </a:rPr>
              <a:t>Useful additional extensions: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--install-extension redhat.vscode-yaml 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--install-extension eamodio.gitlens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400800" y="457200"/>
            <a:ext cx="2314440" cy="53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7. Check installed extensions</a:t>
            </a:r>
            <a:endParaRPr b="1" lang="en-US" sz="12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9211e"/>
                </a:solidFill>
                <a:latin typeface="Courier New"/>
              </a:rPr>
              <a:t>code --list-extensions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943600" y="1371600"/>
            <a:ext cx="4068000" cy="14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latin typeface="Arial"/>
              </a:rPr>
              <a:t>We should see something similar to: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Courier New"/>
              </a:rPr>
              <a:t>eamodio.gitlens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ms-iot.vscode-ros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ms-python.python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ms-vscode.cmake-tools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ms-vscode.cpptools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redhat.vscode-yaml</a:t>
            </a:r>
            <a:endParaRPr b="0" lang="en-US" sz="1000" spc="-1" strike="noStrike"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2026-08-19T11:59:39Z</dcterms:created>
  <dc:creator/>
  <dc:description/>
  <dc:language>en-US</dc:language>
  <cp:lastModifiedBy/>
  <dcterms:modified xsi:type="dcterms:W3CDTF">2026-08-19T12:22:28Z</dcterms:modified>
  <cp:revision>9</cp:revision>
  <dc:subject/>
  <dc:title/>
</cp:coreProperties>
</file>