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070880-8CEB-4704-8847-A57C90418F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BB553C-4560-4DAF-8210-4922CC5950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81C275-89EF-4E96-B4BD-F60652A681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4FDE8D-EFA4-4017-BA49-0CA7D0B1AC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3B4BE7-70D2-43A5-A44F-79170514F3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D2AB39-3CAB-43CC-87A1-9C02E92D40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6927025-E72E-45F7-A3E4-827D6FBEEB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7A0E47-7619-47AC-B5E0-6CCC5A5D93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1AE67C-6B0A-4310-AD42-E7299454C7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3DB79F-EE3A-45A8-8B5D-534B0A89C4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0C8AD1-CCBB-4A6D-865E-A67409CD8F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D6E0DD-17FD-4ED3-B236-158F07F66B8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12EE32-7D03-4C5B-9710-E25DF5632EB7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685800" y="741960"/>
            <a:ext cx="42696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latin typeface="Arial"/>
              </a:rPr>
              <a:t>WAP in C++ to determine force using: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Force = mass * acceleration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85800" y="2514600"/>
            <a:ext cx="351972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latin typeface="Arial"/>
              </a:rPr>
              <a:t>WAP in C++ to pressure using:</a:t>
            </a:r>
            <a:endParaRPr b="0" lang="en-US" sz="1800" spc="-1" strike="noStrike">
              <a:latin typeface="Arial"/>
            </a:endParaRPr>
          </a:p>
          <a:p>
            <a:endParaRPr b="0" lang="en-US" sz="1800" spc="-1" strike="noStrike">
              <a:latin typeface="Arial"/>
            </a:endParaRPr>
          </a:p>
          <a:p>
            <a:r>
              <a:rPr b="0" lang="en-US" sz="1800" spc="-1" strike="noStrike">
                <a:latin typeface="Arial"/>
              </a:rPr>
              <a:t>Pressure = Force/Area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2286000" y="1200600"/>
            <a:ext cx="6114600" cy="291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rcRect l="0" t="2759" r="31117" b="3250"/>
          <a:stretch/>
        </p:blipFill>
        <p:spPr>
          <a:xfrm>
            <a:off x="1298880" y="72000"/>
            <a:ext cx="3343320" cy="5486400"/>
          </a:xfrm>
          <a:prstGeom prst="rect">
            <a:avLst/>
          </a:prstGeom>
          <a:ln w="0">
            <a:noFill/>
          </a:ln>
        </p:spPr>
      </p:pic>
      <p:pic>
        <p:nvPicPr>
          <p:cNvPr id="45" name="" descr=""/>
          <p:cNvPicPr/>
          <p:nvPr/>
        </p:nvPicPr>
        <p:blipFill>
          <a:blip r:embed="rId2"/>
          <a:stretch/>
        </p:blipFill>
        <p:spPr>
          <a:xfrm>
            <a:off x="5224680" y="0"/>
            <a:ext cx="4506120" cy="567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3200400" y="20520"/>
            <a:ext cx="4114800" cy="562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1143000" y="914400"/>
            <a:ext cx="5972040" cy="184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latin typeface="Arial"/>
              </a:rPr>
              <a:t>For example:</a:t>
            </a:r>
            <a:endParaRPr b="0" lang="en-US" sz="1400" spc="-1" strike="noStrike">
              <a:latin typeface="Arial"/>
            </a:endParaRPr>
          </a:p>
          <a:p>
            <a:r>
              <a:rPr b="0" lang="en-US" sz="1000" spc="-1" strike="noStrike">
                <a:latin typeface="Courier New"/>
              </a:rPr>
              <a:t>Enter the first number: 20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Enter the second number: 5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Addition    = 25</a:t>
            </a:r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Subtraction = 15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0" lang="en-US" sz="1000" spc="-1" strike="noStrike">
                <a:latin typeface="Courier New"/>
              </a:rPr>
              <a:t>Published: [25, 15] 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  <a:p>
            <a:r>
              <a:rPr b="1" lang="en-US" sz="1000" spc="-1" strike="noStrike">
                <a:latin typeface="Courier New"/>
              </a:rPr>
              <a:t>Then another ROS 2 node can subscribe to /simple_topic and receive [25, 15].</a:t>
            </a:r>
            <a:endParaRPr b="0" lang="en-US" sz="1000" spc="-1" strike="noStrike">
              <a:latin typeface="Courier New"/>
              <a:ea typeface="Courier New"/>
            </a:endParaRPr>
          </a:p>
          <a:p>
            <a:endParaRPr b="0" lang="en-US" sz="1000" spc="-1" strike="noStrike">
              <a:latin typeface="Courier New"/>
              <a:ea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2026-08-19T11:59:39Z</dcterms:created>
  <dc:creator/>
  <dc:description/>
  <dc:language>en-US</dc:language>
  <cp:lastModifiedBy/>
  <dcterms:modified xsi:type="dcterms:W3CDTF">2026-08-20T14:15:52Z</dcterms:modified>
  <cp:revision>21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