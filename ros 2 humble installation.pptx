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CD89C-8E06-4823-8F9B-1EE13AF4B1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66C71-E4FD-4C07-B4F7-2766315E68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2E1765-D357-4FC0-B227-3C15C02F33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5E67B5-E56C-4C36-B681-24C3305061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737C59-3E5C-43B7-8D60-301A63F39F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3F5DE0-C0D8-4005-AB6D-FCFD942702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7E692-780D-4FDF-9D75-858187B296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11DE34-9037-4815-9E2B-CB37AF8154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A67AB-B1CB-490F-A67F-882938E529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A55507-2745-48AC-A64B-176F3E2229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08964-7B14-4226-91D6-F12DCB8C79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94C36-6707-4CBE-A1AC-9C69099290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</a:t>
            </a:r>
            <a:r>
              <a:rPr b="0" lang="en-US" sz="4400" spc="-1" strike="noStrike">
                <a:latin typeface="Arial"/>
              </a:rPr>
              <a:t>k 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</a:t>
            </a:r>
            <a:r>
              <a:rPr b="0" lang="en-US" sz="4400" spc="-1" strike="noStrike">
                <a:latin typeface="Arial"/>
              </a:rPr>
              <a:t>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AECA486-9AD7-4FB8-B0F0-DD6F5AB2F9A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docs.ros.org/en/humble/Installation/Ubuntu-Install-Debs.html" TargetMode="External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docs.ros.org/en/humble/Installation/Ubuntu-Install-Debs.html#id4" TargetMode="External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docs.ros.org/en/humble/Installation/Ubuntu-Install-Debs.html#id5" TargetMode="External"/><Relationship Id="rId2" Type="http://schemas.openxmlformats.org/officeDocument/2006/relationships/hyperlink" Target="https://docs.ros.org/en/humble/Installation/Ubuntu-Install-Debs.html#id6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914400" y="2286000"/>
            <a:ext cx="8458200" cy="65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latin typeface="Arial"/>
                <a:hlinkClick r:id="rId1"/>
              </a:rPr>
              <a:t>https://docs.ros.org/en/humble/Installation/Ubuntu-Install-Debs.html</a:t>
            </a:r>
            <a:endParaRPr b="0" lang="en-US" sz="2000" spc="-1" strike="noStrike">
              <a:latin typeface="Arial"/>
            </a:endParaRPr>
          </a:p>
          <a:p>
            <a:endParaRPr b="0" lang="en-US" sz="20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37800" y="1143000"/>
            <a:ext cx="4091400" cy="40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latin typeface="Arial"/>
              </a:rPr>
              <a:t>ROS2 </a:t>
            </a:r>
            <a:r>
              <a:rPr b="1" lang="en-US" sz="2200" spc="-1" strike="noStrike">
                <a:latin typeface="Arial"/>
              </a:rPr>
              <a:t>docume</a:t>
            </a:r>
            <a:r>
              <a:rPr b="1" lang="en-US" sz="2200" spc="-1" strike="noStrike">
                <a:latin typeface="Arial"/>
              </a:rPr>
              <a:t>ntation </a:t>
            </a:r>
            <a:r>
              <a:rPr b="1" lang="en-US" sz="2200" spc="-1" strike="noStrike">
                <a:latin typeface="Arial"/>
              </a:rPr>
              <a:t>humble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509760" y="457200"/>
            <a:ext cx="6348240" cy="5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latin typeface="Arial"/>
              </a:rPr>
              <a:t>Make sure ROS and related tools correctly handle text, symbols, package names, logs, and configuration files.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371600" y="1674000"/>
            <a:ext cx="7086600" cy="149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apt update &amp;&amp; sudo apt install locales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locale-gen en_US en_US.UTF-8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update-locale LC_ALL=en_US.UTF-8 LANG=en_US.UTF-8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export LANG=en_US.UTF-8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 txBox="1"/>
          <p:nvPr/>
        </p:nvSpPr>
        <p:spPr>
          <a:xfrm>
            <a:off x="457200" y="295560"/>
            <a:ext cx="50576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Install software-properties-common</a:t>
            </a:r>
            <a:endParaRPr b="1" lang="en-US" sz="12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apt install software-properties-common</a:t>
            </a:r>
            <a:r>
              <a:rPr b="0" lang="en-US" sz="1000" spc="-1" strike="noStrike">
                <a:latin typeface="Courier New"/>
              </a:rPr>
              <a:t>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This installs Ubuntu's tools for managing software repositories.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In particular, it provides the add-apt-repository command.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57200" y="2514600"/>
            <a:ext cx="6172200" cy="78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latin typeface="Arial"/>
              </a:rPr>
              <a:t>Enable the universe repository</a:t>
            </a:r>
            <a:endParaRPr b="1" lang="en-US" sz="12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add-apt-repository universe</a:t>
            </a:r>
            <a:endParaRPr b="0" lang="en-US" sz="1400" spc="-1" strike="noStrike"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685800" y="1636920"/>
            <a:ext cx="8562600" cy="270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apt update &amp;&amp; sudo apt install curl -y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export ROS_APT_SOURCE_VERSION=$(curl -s https://api.github.com/repos/ros-infrastructure/ros-apt-source/releases/latest | grep -F "tag_name" | awk -F'"' '{print $4}')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curl -L -o /tmp/ros2-apt-source.deb "https://github.com/ros-infrastructure/ros-apt-source/releases/download/${ROS_APT_SOURCE_VERSION}/ros2-apt-source_${ROS_APT_SOURCE_VERSION}.$(. /etc/os-release &amp;&amp; echo ${UBUNTU_CODENAME:-${VERSION_CODENAME}})_all.deb"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dpkg -i /tmp/ros2-apt-source.deb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36800" y="453240"/>
            <a:ext cx="81072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latin typeface="Arial"/>
              </a:rPr>
              <a:t>Add the official ROS 2 APT repository to Ubuntu</a:t>
            </a:r>
            <a:endParaRPr b="1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659160" y="1117800"/>
            <a:ext cx="665604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latin typeface="Arial"/>
              </a:rPr>
              <a:t>Update and upgrade your apt repository caches after setting up the repositories.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33680" y="1798200"/>
            <a:ext cx="3152520" cy="69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apt update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  <a:ea typeface="Courier New"/>
              </a:rPr>
              <a:t>sudo apt upgrade</a:t>
            </a:r>
            <a:endParaRPr b="1" lang="en-US" sz="1400" spc="-1" strike="noStrike">
              <a:solidFill>
                <a:srgbClr val="c9211e"/>
              </a:solidFill>
              <a:latin typeface="Courier New"/>
              <a:ea typeface="Courier New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85800" y="3403800"/>
            <a:ext cx="594360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latin typeface="Arial"/>
              </a:rPr>
              <a:t>Desktop Install (Recommended): ROS, RViz, demos, tutorials.</a:t>
            </a:r>
            <a:endParaRPr b="0" lang="en-US" sz="10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apt install ros-humble-desktop</a:t>
            </a:r>
            <a:endParaRPr b="0" lang="en-US" sz="1400" spc="-1" strike="noStrike">
              <a:latin typeface="Courier New"/>
              <a:ea typeface="Courier New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85800" y="457200"/>
            <a:ext cx="4114800" cy="63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Install ROS 2 packages</a:t>
            </a:r>
            <a:endParaRPr b="1" lang="en-US" sz="18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738360" y="4298760"/>
            <a:ext cx="4062240" cy="55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latin typeface="Arial"/>
              </a:rPr>
              <a:t>Development tools: Compilers and other tools to build ROS packages</a:t>
            </a:r>
            <a:endParaRPr b="0" lang="en-US" sz="10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c9211e"/>
                </a:solidFill>
                <a:latin typeface="Courier New"/>
              </a:rPr>
              <a:t>sudo apt install ros-dev-tools</a:t>
            </a:r>
            <a:endParaRPr b="0" lang="en-US" sz="1400" spc="-1" strike="noStrike"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2286000" y="253800"/>
            <a:ext cx="5715000" cy="15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Environment setup</a:t>
            </a:r>
            <a:endParaRPr b="1" lang="en-US" sz="1800" spc="-1" strike="noStrike">
              <a:latin typeface="Arial"/>
            </a:endParaRPr>
          </a:p>
          <a:p>
            <a:r>
              <a:rPr b="1" lang="en-US" sz="1800" spc="-1" strike="noStrike">
                <a:solidFill>
                  <a:srgbClr val="000000"/>
                </a:solidFill>
                <a:latin typeface="Arial"/>
                <a:hlinkClick r:id="rId2"/>
              </a:rPr>
              <a:t>Sourcing the setup script</a:t>
            </a:r>
            <a:endParaRPr b="1" lang="en-US" sz="18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Set up your environment by sourcing the following file.</a:t>
            </a:r>
            <a:endParaRPr b="0" lang="en-US" sz="10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c9211e"/>
                </a:solidFill>
                <a:latin typeface="Courier New"/>
              </a:rPr>
              <a:t>source /opt/ros/humble/setup.bash</a:t>
            </a:r>
            <a:endParaRPr b="0" lang="en-US" sz="1400" spc="-1" strike="noStrike">
              <a:latin typeface="Courier New"/>
              <a:ea typeface="Courier New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85800" y="2057400"/>
            <a:ext cx="174132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List all the files: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ls -a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85800" y="3027960"/>
            <a:ext cx="202032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Modify .bashrc file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nano .bashrc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985640" y="2057400"/>
            <a:ext cx="3701160" cy="180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At the end paste: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c9211e"/>
                </a:solidFill>
                <a:latin typeface="Courier New"/>
                <a:ea typeface="Courier New"/>
              </a:rPr>
              <a:t>source </a:t>
            </a:r>
            <a:r>
              <a:rPr b="0" lang="en-US" sz="1400" spc="-1" strike="noStrike">
                <a:solidFill>
                  <a:srgbClr val="c9211e"/>
                </a:solidFill>
                <a:latin typeface="Courier New"/>
                <a:ea typeface="Courier New"/>
              </a:rPr>
              <a:t>/opt/ros/humble/setup</a:t>
            </a:r>
            <a:r>
              <a:rPr b="0" lang="en-US" sz="1400" spc="-1" strike="noStrike">
                <a:solidFill>
                  <a:srgbClr val="c9211e"/>
                </a:solidFill>
                <a:latin typeface="Courier New"/>
                <a:ea typeface="Courier New"/>
              </a:rPr>
              <a:t>.bash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Save and exit</a:t>
            </a:r>
            <a:br>
              <a:rPr sz="1400"/>
            </a:b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Save: Ctrl o + enter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ourier New"/>
                <a:ea typeface="Courier New"/>
              </a:rPr>
              <a:t>Exit: ctrl x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764720" y="4572000"/>
            <a:ext cx="139824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Arial"/>
              </a:rPr>
              <a:t>Check ros2: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ros2 --help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2026-08-12T12:43:23Z</dcterms:created>
  <dc:creator/>
  <dc:description/>
  <dc:language>en-US</dc:language>
  <cp:lastModifiedBy/>
  <dcterms:modified xsi:type="dcterms:W3CDTF">2026-08-12T14:04:12Z</dcterms:modified>
  <cp:revision>21</cp:revision>
  <dc:subject/>
  <dc:title/>
</cp:coreProperties>
</file>