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7E3710-0EFB-4CF0-A7E5-F0EA6E2F10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3BF41D-F87B-4B53-AC32-F3F80DCC73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EDE8A0-0012-46A0-A0D5-EA7CC08CDD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6FD51A-1127-4916-801C-DF20AAF0C3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0570EF-5BB0-4054-A6CE-370F80A8E4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914E26-DBA8-42B5-B1B1-A1F5618802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E30E40-8197-4238-8CAC-AE4AB5AC77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0E769F-07BE-403C-8FCE-6961BDF3A7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13E13-42D9-4693-8207-5862E6DA09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2D1CB2-7855-461E-80EA-9BD1891E10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AA9170-A779-4FA6-8036-5560A387DF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D4DD11-4D72-4F77-A3BD-DF98979B82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</a:t>
            </a:r>
            <a:r>
              <a:rPr b="0" lang="en-US" sz="4400" spc="-1" strike="noStrike">
                <a:latin typeface="Arial"/>
              </a:rPr>
              <a:t>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CC74346-C0B2-4EE7-A178-2F8C63DA26A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457200" y="1143000"/>
            <a:ext cx="7121160" cy="242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latin typeface="Arial"/>
              </a:rPr>
              <a:t>1. Write a Python program using ROS 2 that: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latin typeface="Arial"/>
              </a:rPr>
              <a:t>Creates a ROS 2 node named simple_interest. 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latin typeface="Arial"/>
              </a:rPr>
              <a:t>Creates a publisher on the topic /simple_interest_topic. 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latin typeface="Arial"/>
              </a:rPr>
              <a:t>Calculates the Simple Interest. 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latin typeface="Arial"/>
              </a:rPr>
              <a:t>Publishes the calculated Simple Interest value to the /simple_interest_topic topic using an appropriate ROS 2 message type.</a:t>
            </a:r>
            <a:endParaRPr b="0" lang="en-US" sz="1600" spc="-1" strike="noStrike">
              <a:latin typeface="Arial"/>
            </a:endParaRPr>
          </a:p>
          <a:p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685800" y="685800"/>
            <a:ext cx="7543800" cy="364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latin typeface="Arial"/>
              </a:rPr>
              <a:t>2. ROS 2 Python Speed Calculation Assignment</a:t>
            </a:r>
            <a:endParaRPr b="1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Write a Python program using ROS 2 that: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Creates a ROS 2 node named speed_calculator.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Takes distance and time as input from the user.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Calculates the speed using the formula: </a:t>
            </a:r>
            <a:endParaRPr b="0" lang="en-US" sz="1400" spc="-1" strike="noStrike">
              <a:latin typeface="Arial"/>
            </a:endParaRPr>
          </a:p>
          <a:p>
            <a:pPr lvl="6" marL="151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Speed = Distance/Time​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Creates a publisher on the topic /speed_topic.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Publishes the calculated speed using an appropriate ROS 2 message type.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Displays the calculated speed on the terminal.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914400" y="266040"/>
            <a:ext cx="7315200" cy="404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latin typeface="Arial"/>
              </a:rPr>
              <a:t>3. Write a Python program using ROS 2 that: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Creates a ROS 2 node named traffic_light.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Takes the traffic light color as input: green, orange, or red.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Uses if, elif, and else statements to determine the corresponding robot command.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Publishes the following values (0, 1, 2)on /traffic_light_topic: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pc="-1" strike="noStrike">
                <a:latin typeface="Arial"/>
                <a:ea typeface="Noto Sans CJK SC"/>
              </a:rPr>
              <a:t>0 → Go  → </a:t>
            </a:r>
            <a:r>
              <a:rPr b="0" lang="en-US" sz="1400" spc="-1" strike="noStrike">
                <a:latin typeface="Arial"/>
              </a:rPr>
              <a:t>Green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pc="-1" strike="noStrike">
                <a:latin typeface="Arial"/>
                <a:ea typeface="Noto Sans CJK SC"/>
              </a:rPr>
              <a:t>1 → Wait →  Orange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pc="-1" strike="noStrike">
                <a:latin typeface="Arial"/>
                <a:ea typeface="Noto Sans CJK SC"/>
              </a:rPr>
              <a:t>2 → Stop → Red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Displays the selected traffic light color and corresponding command on the terminal.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685800" y="401400"/>
            <a:ext cx="7772400" cy="515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latin typeface="Arial"/>
              </a:rPr>
              <a:t>4. ROS 2 Python Rock-Paper-Scissors Assignment</a:t>
            </a:r>
            <a:endParaRPr b="1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Write a Python program using ROS 2 that: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Creates a ROS 2 node named rock_paper_scissors.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Takes the player's choice as input: rock, paper, or scissors.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Uses if, elif, and else statements to determine the result.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Publishes the result on /rock_paper_scissors_topic.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Use the following values: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	</a:t>
            </a:r>
            <a:r>
              <a:rPr b="0" lang="en-US" sz="1400" spc="-1" strike="noStrike">
                <a:latin typeface="Arial"/>
              </a:rPr>
              <a:t>0 → Rock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	</a:t>
            </a:r>
            <a:r>
              <a:rPr b="0" lang="en-US" sz="1400" spc="-1" strike="noStrike">
                <a:latin typeface="Arial"/>
              </a:rPr>
              <a:t>1 → Paper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	</a:t>
            </a:r>
            <a:r>
              <a:rPr b="0" lang="en-US" sz="1400" spc="-1" strike="noStrike">
                <a:latin typeface="Arial"/>
              </a:rPr>
              <a:t>2 → Scissors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Displays the player's choice and the corresponding value on the terminal.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 txBox="1"/>
          <p:nvPr/>
        </p:nvSpPr>
        <p:spPr>
          <a:xfrm>
            <a:off x="685800" y="429840"/>
            <a:ext cx="6058440" cy="459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latin typeface="Arial"/>
              </a:rPr>
              <a:t>5. ROS 2 Python Battery Level Assignment</a:t>
            </a:r>
            <a:endParaRPr b="1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Write a Python program using ROS 2 that: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Creates a ROS 2 node named battery_status.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Takes the battery percentage as input from the user.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Uses if, elif, and else statements to determine the battery status: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	</a:t>
            </a:r>
            <a:r>
              <a:rPr b="0" lang="en-US" sz="1400" spc="-1" strike="noStrike">
                <a:latin typeface="Arial"/>
              </a:rPr>
              <a:t>80% to 100% → 0 → Good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	</a:t>
            </a:r>
            <a:r>
              <a:rPr b="0" lang="en-US" sz="1400" spc="-1" strike="noStrike">
                <a:latin typeface="Arial"/>
              </a:rPr>
              <a:t>30% to 79% → 1 → Low 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	</a:t>
            </a:r>
            <a:r>
              <a:rPr b="0" lang="en-US" sz="1400" spc="-1" strike="noStrike">
                <a:latin typeface="Arial"/>
              </a:rPr>
              <a:t>0% to 29% → 2 → Critical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Publishes the corresponding status value on /battery_status_topic. 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latin typeface="Arial"/>
              </a:rPr>
              <a:t>Displays the battery percentage and status on the terminal. 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2026-08-24T11:03:34Z</dcterms:created>
  <dc:creator/>
  <dc:description/>
  <dc:language>en-US</dc:language>
  <cp:lastModifiedBy/>
  <dcterms:modified xsi:type="dcterms:W3CDTF">2026-08-24T11:15:28Z</dcterms:modified>
  <cp:revision>11</cp:revision>
  <dc:subject/>
  <dc:title/>
</cp:coreProperties>
</file>