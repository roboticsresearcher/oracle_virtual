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5AB051-364A-4899-A604-BE252CB92A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57BC00-1D54-42A5-A621-AE2FD99927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64041D-C2D8-4344-8597-5D219057D3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C71AF5-7B2B-4E33-AB39-8A0DAEA167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A310BB-C868-410B-A47A-D54E00EEEE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CD51FD-BEB2-41A5-85C7-2B50E0BB43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1DC8AE-3E70-4F06-80F6-6BB8F2CE71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FDC333-B5C9-4667-92E3-DD0CE978AE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8C8B23-C579-45E1-A409-13FD344AD2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CA5885-E285-4349-84E8-C97A476EEE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22CB62-DBBE-470B-8C6F-B489985FD7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42BC01-7BCA-494D-9F29-5571773CC42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3F064C4-9A59-4E75-8D3C-7FBA6B142CC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685800" y="741960"/>
            <a:ext cx="4268880" cy="85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WAP in C++ to determine force using: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Force = mass * acceleration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685800" y="2514600"/>
            <a:ext cx="3519000" cy="85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WAP in C++ to pressure using: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Pressure = Force/Area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2286000" y="1200600"/>
            <a:ext cx="6113880" cy="291348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457200" y="457200"/>
            <a:ext cx="68576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latin typeface="Arial"/>
              </a:rPr>
              <a:t>WAP in C++ to add and subtract two numbers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rcRect l="0" t="2759" r="31106" b="3250"/>
          <a:stretch/>
        </p:blipFill>
        <p:spPr>
          <a:xfrm>
            <a:off x="1298880" y="72000"/>
            <a:ext cx="3342600" cy="5485680"/>
          </a:xfrm>
          <a:prstGeom prst="rect">
            <a:avLst/>
          </a:prstGeom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2"/>
          <a:stretch/>
        </p:blipFill>
        <p:spPr>
          <a:xfrm>
            <a:off x="5224680" y="0"/>
            <a:ext cx="450540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3200400" y="20520"/>
            <a:ext cx="4114080" cy="5621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1143000" y="914400"/>
            <a:ext cx="5971320" cy="18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For example: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Enter the first number: 20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Enter the second number: 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ourier New"/>
                <a:ea typeface="Courier New"/>
              </a:rPr>
              <a:t>Addition    = 25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ourier New"/>
                <a:ea typeface="Courier New"/>
              </a:rPr>
              <a:t>Subtraction = 15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Published: [25, 15] 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Courier New"/>
                <a:ea typeface="Courier New"/>
              </a:rPr>
              <a:t>Then another ROS 2 node can subscribe to /simple_topic and receive [25, 15].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457200" y="457200"/>
            <a:ext cx="8686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latin typeface="Arial"/>
              </a:rPr>
              <a:t>WAP in C++ to subscribe added and subtracted numbers and multiply them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2286000" y="1482480"/>
            <a:ext cx="3428640" cy="30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/simple_topic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[25, 15]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addition = msg.data[0] = 25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subtraction = msg.data[1] = 15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multiplication = 25 × 15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↓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375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" descr=""/>
          <p:cNvPicPr/>
          <p:nvPr/>
        </p:nvPicPr>
        <p:blipFill>
          <a:blip r:embed="rId1"/>
          <a:srcRect l="0" t="0" r="37015" b="0"/>
          <a:stretch/>
        </p:blipFill>
        <p:spPr>
          <a:xfrm>
            <a:off x="6076440" y="0"/>
            <a:ext cx="3499200" cy="5670000"/>
          </a:xfrm>
          <a:prstGeom prst="rect">
            <a:avLst/>
          </a:prstGeom>
          <a:ln w="0">
            <a:noFill/>
          </a:ln>
        </p:spPr>
      </p:pic>
      <p:pic>
        <p:nvPicPr>
          <p:cNvPr id="52" name="" descr=""/>
          <p:cNvPicPr/>
          <p:nvPr/>
        </p:nvPicPr>
        <p:blipFill>
          <a:blip r:embed="rId2"/>
          <a:stretch/>
        </p:blipFill>
        <p:spPr>
          <a:xfrm>
            <a:off x="311400" y="72720"/>
            <a:ext cx="5378040" cy="5487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 txBox="1"/>
          <p:nvPr/>
        </p:nvSpPr>
        <p:spPr>
          <a:xfrm>
            <a:off x="645480" y="228600"/>
            <a:ext cx="9184320" cy="536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200" spc="-1" strike="noStrike">
                <a:latin typeface="Arial"/>
              </a:rPr>
              <a:t>Develop a ROS 2 Python program to calculate the acceleration, force, and torque of a moving robot using publisher and subscriber nodes.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The system should contain three nodes: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pPr marL="216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1" lang="en-US" sz="1200" spc="-1" strike="noStrike">
                <a:latin typeface="Arial"/>
              </a:rPr>
              <a:t>Acceleration Publisher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Take initial velocity u, final velocity v, and time t.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Calculate acceleration using: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a = (v - u) / t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Publish the calculated acceleration on the /acceleration topic. </a:t>
            </a:r>
            <a:endParaRPr b="0" lang="en-US" sz="1200" spc="-1" strike="noStrike">
              <a:latin typeface="Arial"/>
            </a:endParaRPr>
          </a:p>
          <a:p>
            <a:pPr marL="216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Font typeface="StarSymbol"/>
              <a:buAutoNum type="arabicPeriod" startAt="2"/>
            </a:pPr>
            <a:r>
              <a:rPr b="1" lang="en-US" sz="1200" spc="-1" strike="noStrike">
                <a:latin typeface="Arial"/>
              </a:rPr>
              <a:t>Force Subscriber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Subscribe to /acceleration.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Assume a given robot mass m.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Calculate force using: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F = ma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Publish the calculated force on the /force topic. </a:t>
            </a:r>
            <a:endParaRPr b="0" lang="en-US" sz="1200" spc="-1" strike="noStrike">
              <a:latin typeface="Arial"/>
            </a:endParaRPr>
          </a:p>
          <a:p>
            <a:pPr marL="216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Font typeface="StarSymbol"/>
              <a:buAutoNum type="arabicPeriod" startAt="3"/>
            </a:pPr>
            <a:r>
              <a:rPr b="1" lang="en-US" sz="1200" spc="-1" strike="noStrike">
                <a:latin typeface="Arial"/>
              </a:rPr>
              <a:t>Torque Subscriber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Subscribe to /force.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Assume a given wheel radius r.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Calculate wheel torque using: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	</a:t>
            </a:r>
            <a:r>
              <a:rPr b="0" lang="en-US" sz="1200" spc="-1" strike="noStrike">
                <a:latin typeface="Arial"/>
              </a:rPr>
              <a:t>Torque = Fr </a:t>
            </a:r>
            <a:endParaRPr b="0" lang="en-US" sz="1200" spc="-1" strike="noStrike">
              <a:latin typeface="Arial"/>
            </a:endParaRPr>
          </a:p>
          <a:p>
            <a:pPr lvl="1" marL="432000" indent="-216000">
              <a:spcBef>
                <a:spcPts val="215"/>
              </a:spcBef>
              <a:spcAft>
                <a:spcPts val="28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latin typeface="Arial"/>
              </a:rPr>
              <a:t>Display the calculated torque in Nm.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514080" y="457200"/>
            <a:ext cx="4515120" cy="4800600"/>
          </a:xfrm>
          <a:prstGeom prst="rect">
            <a:avLst/>
          </a:prstGeom>
          <a:ln w="0">
            <a:noFill/>
          </a:ln>
        </p:spPr>
      </p:pic>
      <p:pic>
        <p:nvPicPr>
          <p:cNvPr id="55" name="" descr=""/>
          <p:cNvPicPr/>
          <p:nvPr/>
        </p:nvPicPr>
        <p:blipFill>
          <a:blip r:embed="rId2"/>
          <a:stretch/>
        </p:blipFill>
        <p:spPr>
          <a:xfrm>
            <a:off x="5486400" y="457200"/>
            <a:ext cx="4157640" cy="4800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4572000" cy="5071320"/>
          </a:xfrm>
          <a:prstGeom prst="rect">
            <a:avLst/>
          </a:prstGeom>
          <a:ln w="0">
            <a:noFill/>
          </a:ln>
        </p:spPr>
      </p:pic>
      <p:pic>
        <p:nvPicPr>
          <p:cNvPr id="57" name="" descr=""/>
          <p:cNvPicPr/>
          <p:nvPr/>
        </p:nvPicPr>
        <p:blipFill>
          <a:blip r:embed="rId2"/>
          <a:stretch/>
        </p:blipFill>
        <p:spPr>
          <a:xfrm>
            <a:off x="5559120" y="44640"/>
            <a:ext cx="3813480" cy="5441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" descr=""/>
          <p:cNvPicPr/>
          <p:nvPr/>
        </p:nvPicPr>
        <p:blipFill>
          <a:blip r:embed="rId1"/>
          <a:srcRect l="0" t="0" r="19770" b="0"/>
          <a:stretch/>
        </p:blipFill>
        <p:spPr>
          <a:xfrm>
            <a:off x="108000" y="788760"/>
            <a:ext cx="4637880" cy="4047840"/>
          </a:xfrm>
          <a:prstGeom prst="rect">
            <a:avLst/>
          </a:prstGeom>
          <a:ln w="0">
            <a:noFill/>
          </a:ln>
        </p:spPr>
      </p:pic>
      <p:pic>
        <p:nvPicPr>
          <p:cNvPr id="59" name="" descr=""/>
          <p:cNvPicPr/>
          <p:nvPr/>
        </p:nvPicPr>
        <p:blipFill>
          <a:blip r:embed="rId2"/>
          <a:stretch/>
        </p:blipFill>
        <p:spPr>
          <a:xfrm>
            <a:off x="5715000" y="228600"/>
            <a:ext cx="3458160" cy="5257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2026-08-19T11:59:39Z</dcterms:created>
  <dc:creator/>
  <dc:description/>
  <dc:language>en-US</dc:language>
  <cp:lastModifiedBy/>
  <dcterms:modified xsi:type="dcterms:W3CDTF">2026-09-02T13:50:28Z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