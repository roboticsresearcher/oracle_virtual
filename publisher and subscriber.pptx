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429D4B-1D21-499E-BCA3-14C127D870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F26895-389E-4767-BBA7-B1F07374FD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F2E9A0-0AA9-4F15-AC3D-902FB465F1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5DD461-DFAA-4925-B030-8CE667EEA5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2479D0-0786-41E3-80AA-8DA23F0E2D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81A306-46CC-401F-A767-24AF2362B1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D075F2-99B6-4F96-A640-C4A33B2C9A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72AF94-48F2-4625-AE95-CF0BEE956B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618015-2C95-4972-A45A-B5DC9476D0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EEC71C-DDD9-4628-A792-970C782184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CAB18F-0EF1-4746-850F-4A926C85FF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D3D869-0A4A-4A96-A4D4-878551C2270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598C44-0496-458C-93E0-314102C747B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685800" y="741960"/>
            <a:ext cx="4269240" cy="8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latin typeface="Arial"/>
              </a:rPr>
              <a:t>WAP in C++ to determine force using: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Force = mass * acceleration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685800" y="2514600"/>
            <a:ext cx="3519360" cy="8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latin typeface="Arial"/>
              </a:rPr>
              <a:t>WAP in C++ to pressure using: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Pressure = Force/Area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2286000" y="1200600"/>
            <a:ext cx="6114240" cy="29138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457200" y="457200"/>
            <a:ext cx="6858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latin typeface="Arial"/>
              </a:rPr>
              <a:t>WAP in C++ to add and subtract two numbers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rcRect l="0" t="2759" r="31112" b="3250"/>
          <a:stretch/>
        </p:blipFill>
        <p:spPr>
          <a:xfrm>
            <a:off x="1298880" y="72000"/>
            <a:ext cx="3342960" cy="5486040"/>
          </a:xfrm>
          <a:prstGeom prst="rect">
            <a:avLst/>
          </a:prstGeom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2"/>
          <a:stretch/>
        </p:blipFill>
        <p:spPr>
          <a:xfrm>
            <a:off x="5224680" y="0"/>
            <a:ext cx="4505760" cy="567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3200400" y="20520"/>
            <a:ext cx="4114440" cy="5622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1143000" y="914400"/>
            <a:ext cx="5971680" cy="184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latin typeface="Arial"/>
              </a:rPr>
              <a:t>For example: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latin typeface="Courier New"/>
              </a:rPr>
              <a:t>Enter the first number: 20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latin typeface="Courier New"/>
              </a:rPr>
              <a:t>Enter the second number: 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latin typeface="Courier New"/>
                <a:ea typeface="Courier New"/>
              </a:rPr>
              <a:t>Addition    = 25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latin typeface="Courier New"/>
                <a:ea typeface="Courier New"/>
              </a:rPr>
              <a:t>Subtraction = 15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latin typeface="Courier New"/>
                <a:ea typeface="Courier New"/>
              </a:rPr>
              <a:t>Published: [25, 15] 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latin typeface="Courier New"/>
                <a:ea typeface="Courier New"/>
              </a:rPr>
              <a:t>Then another ROS 2 node can subscribe to /simple_topic and receive [25, 15].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 txBox="1"/>
          <p:nvPr/>
        </p:nvSpPr>
        <p:spPr>
          <a:xfrm>
            <a:off x="457200" y="457200"/>
            <a:ext cx="8686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latin typeface="Arial"/>
              </a:rPr>
              <a:t>WAP in C++ to subscribe added and subtracted numbers and multiply them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286000" y="1482480"/>
            <a:ext cx="3429000" cy="30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600" spc="-1" strike="noStrike">
                <a:latin typeface="Arial"/>
              </a:rPr>
              <a:t>/simple_topic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[25, 15]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addition = msg.data[0] = 25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subtraction = msg.data[1] = 15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↓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multiplication = 25 × 15 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↓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latin typeface="Arial"/>
              </a:rPr>
              <a:t>375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" descr=""/>
          <p:cNvPicPr/>
          <p:nvPr/>
        </p:nvPicPr>
        <p:blipFill>
          <a:blip r:embed="rId1"/>
          <a:srcRect l="0" t="0" r="37019" b="0"/>
          <a:stretch/>
        </p:blipFill>
        <p:spPr>
          <a:xfrm>
            <a:off x="6076440" y="0"/>
            <a:ext cx="3499560" cy="5670360"/>
          </a:xfrm>
          <a:prstGeom prst="rect">
            <a:avLst/>
          </a:prstGeom>
          <a:ln w="0">
            <a:noFill/>
          </a:ln>
        </p:spPr>
      </p:pic>
      <p:pic>
        <p:nvPicPr>
          <p:cNvPr id="52" name="" descr=""/>
          <p:cNvPicPr/>
          <p:nvPr/>
        </p:nvPicPr>
        <p:blipFill>
          <a:blip r:embed="rId2"/>
          <a:stretch/>
        </p:blipFill>
        <p:spPr>
          <a:xfrm>
            <a:off x="311400" y="72720"/>
            <a:ext cx="5378400" cy="5487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2026-08-19T11:59:39Z</dcterms:created>
  <dc:creator/>
  <dc:description/>
  <dc:language>en-US</dc:language>
  <cp:lastModifiedBy/>
  <dcterms:modified xsi:type="dcterms:W3CDTF">2026-08-27T10:57:07Z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