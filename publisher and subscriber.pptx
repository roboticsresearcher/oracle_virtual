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C72A61-30DB-4490-8AC4-8EB2913B97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1653B7-0ABD-48D8-A413-7218C3A838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A604D6-0144-4FB9-BF53-DCFA5CF411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CBC630-9155-4BBF-833E-9309C3A44A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DAD9D9-89EA-430B-B8F1-EF5E633A5C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910659-11CF-4D32-B722-29B3587834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078103-B005-482A-A98B-FC14698EED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8FE6C4-49C3-4578-8BD0-1E60A2443E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92B2FA-C529-4351-816E-73E9FD9AB8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91D77E-5E27-4BDD-8D9C-A89F5E9ABF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6EE1B3-8D5D-4487-93F5-F74C5367641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335CA1-52E9-4ECE-AC54-45491D6F2C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34F0FE-B49A-4E1E-A84F-43C6B7F1F15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685800" y="741960"/>
            <a:ext cx="426852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WAP in C++ to determine force using: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Force = mass * acceleration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85800" y="2514600"/>
            <a:ext cx="351864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WAP in C++ to pressure using: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Pressure = Force/Area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2286000" y="1200600"/>
            <a:ext cx="6113520" cy="291312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/>
          <p:nvPr/>
        </p:nvSpPr>
        <p:spPr>
          <a:xfrm>
            <a:off x="457200" y="457200"/>
            <a:ext cx="685728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WAP in C++ to add and subtract two numbers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rcRect l="0" t="2759" r="31100" b="3250"/>
          <a:stretch/>
        </p:blipFill>
        <p:spPr>
          <a:xfrm>
            <a:off x="1298880" y="72000"/>
            <a:ext cx="3342240" cy="5485320"/>
          </a:xfrm>
          <a:prstGeom prst="rect">
            <a:avLst/>
          </a:prstGeom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5224680" y="0"/>
            <a:ext cx="450504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3200400" y="20520"/>
            <a:ext cx="4113720" cy="562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1143000" y="914400"/>
            <a:ext cx="5970960" cy="18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For example: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DejaVu Sans"/>
              </a:rPr>
              <a:t>Enter the first number: 20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DejaVu Sans"/>
              </a:rPr>
              <a:t>Enter the second number: 5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Addition    = 25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Subtraction = 15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Published: [25, 15] 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Then another ROS 2 node can subscribe to /simple_topic and receive [25, 15].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457200" y="457200"/>
            <a:ext cx="86860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WAP in C++ to subscribe added and subtracted numbers and multiply them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2286000" y="1482480"/>
            <a:ext cx="342828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/simple_topic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↓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[25, 15]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↓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addition = msg.data[0] = 25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subtraction = msg.data[1] = 15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↓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multiplication = 25 × 15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↓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375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0" r="37010" b="0"/>
          <a:stretch/>
        </p:blipFill>
        <p:spPr>
          <a:xfrm>
            <a:off x="6076440" y="0"/>
            <a:ext cx="3498840" cy="5669640"/>
          </a:xfrm>
          <a:prstGeom prst="rect">
            <a:avLst/>
          </a:prstGeom>
          <a:ln w="0">
            <a:noFill/>
          </a:ln>
        </p:spPr>
      </p:pic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311400" y="72720"/>
            <a:ext cx="5377680" cy="548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645480" y="228600"/>
            <a:ext cx="9183960" cy="53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latin typeface="Arial"/>
              </a:rPr>
              <a:t>Develop a ROS 2 Python program to calculate the acceleration, force, and torque of a moving robot using publisher and subscriber nodes.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The system should contain three nodes: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Font typeface="StarSymbol"/>
              <a:buAutoNum type="arabicPeriod"/>
            </a:pPr>
            <a:r>
              <a:rPr b="1" lang="en-US" sz="1200" spc="-1" strike="noStrike">
                <a:latin typeface="Arial"/>
              </a:rPr>
              <a:t>Acceleration Publisher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Take initial velocity u, final velocity v, and time t.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Calculate acceleration using: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	</a:t>
            </a:r>
            <a:r>
              <a:rPr b="0" lang="en-US" sz="1200" spc="-1" strike="noStrike">
                <a:latin typeface="Arial"/>
              </a:rPr>
              <a:t>	</a:t>
            </a:r>
            <a:r>
              <a:rPr b="0" lang="en-US" sz="1200" spc="-1" strike="noStrike">
                <a:latin typeface="Arial"/>
              </a:rPr>
              <a:t>a = (v - u) / t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Publish the calculated acceleration on the /acceleration topic. </a:t>
            </a: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Font typeface="StarSymbol"/>
              <a:buAutoNum type="arabicPeriod" startAt="2"/>
            </a:pPr>
            <a:r>
              <a:rPr b="1" lang="en-US" sz="1200" spc="-1" strike="noStrike">
                <a:latin typeface="Arial"/>
              </a:rPr>
              <a:t>Force Subscriber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Subscribe to /acceleration.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Assume a given robot mass m.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Calculate force using: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	</a:t>
            </a:r>
            <a:r>
              <a:rPr b="0" lang="en-US" sz="1200" spc="-1" strike="noStrike">
                <a:latin typeface="Arial"/>
              </a:rPr>
              <a:t>	</a:t>
            </a:r>
            <a:r>
              <a:rPr b="0" lang="en-US" sz="1200" spc="-1" strike="noStrike">
                <a:latin typeface="Arial"/>
              </a:rPr>
              <a:t>F = ma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Publish the calculated force on the /force topic. </a:t>
            </a: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Font typeface="StarSymbol"/>
              <a:buAutoNum type="arabicPeriod" startAt="3"/>
            </a:pPr>
            <a:r>
              <a:rPr b="1" lang="en-US" sz="1200" spc="-1" strike="noStrike">
                <a:latin typeface="Arial"/>
              </a:rPr>
              <a:t>Torque Subscriber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Subscribe to /force.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Assume a given wheel radius r.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Calculate wheel torque using: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	</a:t>
            </a:r>
            <a:r>
              <a:rPr b="0" lang="en-US" sz="1200" spc="-1" strike="noStrike">
                <a:latin typeface="Arial"/>
              </a:rPr>
              <a:t>	</a:t>
            </a:r>
            <a:r>
              <a:rPr b="0" lang="en-US" sz="1200" spc="-1" strike="noStrike">
                <a:latin typeface="Arial"/>
              </a:rPr>
              <a:t>Torque = Fr </a:t>
            </a:r>
            <a:endParaRPr b="0" lang="en-US" sz="1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latin typeface="Arial"/>
              </a:rPr>
              <a:t>Display the calculated torque in Nm.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514080" y="457200"/>
            <a:ext cx="4514760" cy="4800240"/>
          </a:xfrm>
          <a:prstGeom prst="rect">
            <a:avLst/>
          </a:prstGeom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2"/>
          <a:stretch/>
        </p:blipFill>
        <p:spPr>
          <a:xfrm>
            <a:off x="5486400" y="457200"/>
            <a:ext cx="4157280" cy="48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4571640" cy="5070960"/>
          </a:xfrm>
          <a:prstGeom prst="rect">
            <a:avLst/>
          </a:prstGeom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2"/>
          <a:stretch/>
        </p:blipFill>
        <p:spPr>
          <a:xfrm>
            <a:off x="5559120" y="44640"/>
            <a:ext cx="3813120" cy="544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" descr=""/>
          <p:cNvPicPr/>
          <p:nvPr/>
        </p:nvPicPr>
        <p:blipFill>
          <a:blip r:embed="rId1"/>
          <a:srcRect l="0" t="0" r="19770" b="0"/>
          <a:stretch/>
        </p:blipFill>
        <p:spPr>
          <a:xfrm>
            <a:off x="108000" y="788760"/>
            <a:ext cx="4637520" cy="4047480"/>
          </a:xfrm>
          <a:prstGeom prst="rect">
            <a:avLst/>
          </a:prstGeom>
          <a:ln w="0">
            <a:noFill/>
          </a:ln>
        </p:spPr>
      </p:pic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5715000" y="228600"/>
            <a:ext cx="3457800" cy="52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 txBox="1"/>
          <p:nvPr/>
        </p:nvSpPr>
        <p:spPr>
          <a:xfrm>
            <a:off x="244440" y="104040"/>
            <a:ext cx="9813960" cy="556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latin typeface="Arial"/>
              </a:rPr>
              <a:t>Develop a ROS 2 Python program to calculate the distance </a:t>
            </a:r>
            <a:r>
              <a:rPr b="1" lang="en-US" sz="1100" spc="-1" strike="noStrike">
                <a:latin typeface="Arial"/>
              </a:rPr>
              <a:t>travelled, velocity, force, and work done by a mobile robot </a:t>
            </a:r>
            <a:r>
              <a:rPr b="1" lang="en-US" sz="1100" spc="-1" strike="noStrike">
                <a:latin typeface="Arial"/>
              </a:rPr>
              <a:t>using publisher and subscriber nodes.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The system should contain </a:t>
            </a:r>
            <a:r>
              <a:rPr b="1" lang="en-US" sz="1000" spc="-1" strike="noStrike">
                <a:latin typeface="Arial"/>
              </a:rPr>
              <a:t>three nodes:</a:t>
            </a:r>
            <a:endParaRPr b="0" lang="en-US" sz="1000" spc="-1" strike="noStrike">
              <a:latin typeface="Arial"/>
            </a:endParaRPr>
          </a:p>
          <a:p>
            <a:r>
              <a:rPr b="1" lang="en-US" sz="1000" spc="-1" strike="noStrike">
                <a:latin typeface="Arial"/>
              </a:rPr>
              <a:t>1. Distance Publisher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Take the initial position x_0, final position x, and time t.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Calculate distance: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	</a:t>
            </a:r>
            <a:r>
              <a:rPr b="0" lang="en-US" sz="1000" spc="-1" strike="noStrike">
                <a:latin typeface="Arial"/>
              </a:rPr>
              <a:t>d = x - x_0 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Calculate velocity: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	</a:t>
            </a:r>
            <a:r>
              <a:rPr b="0" lang="en-US" sz="1000" spc="-1" strike="noStrike">
                <a:latin typeface="Arial"/>
              </a:rPr>
              <a:t>v=d/t 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Publish the calculated velocity on the </a:t>
            </a:r>
            <a:r>
              <a:rPr b="1" lang="en-US" sz="1000" spc="-1" strike="noStrike">
                <a:latin typeface="Arial"/>
              </a:rPr>
              <a:t>/velocity topic.</a:t>
            </a:r>
            <a:endParaRPr b="0" lang="en-US" sz="1000" spc="-1" strike="noStrike">
              <a:latin typeface="Arial"/>
            </a:endParaRPr>
          </a:p>
          <a:p>
            <a:r>
              <a:rPr b="1" lang="en-US" sz="1000" spc="-1" strike="noStrike">
                <a:latin typeface="Arial"/>
              </a:rPr>
              <a:t>2. Force Subscriber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Subscribe to</a:t>
            </a:r>
            <a:r>
              <a:rPr b="1" lang="en-US" sz="1000" spc="-1" strike="noStrike">
                <a:latin typeface="Arial"/>
              </a:rPr>
              <a:t> /velocity.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Take the previous velocity v_p and time interval Δt.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Calculate acceleration: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spcAft>
                <a:spcPts val="289"/>
              </a:spcAft>
              <a:buNone/>
            </a:pPr>
            <a:r>
              <a:rPr b="0" lang="en-US" sz="1000" spc="-1" strike="noStrike"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latin typeface="Arial"/>
                <a:ea typeface="Noto Sans CJK SC"/>
              </a:rPr>
              <a:t>a = (v - v_p)/ </a:t>
            </a:r>
            <a:r>
              <a:rPr b="0" lang="en-US" sz="1000" spc="-1" strike="noStrike">
                <a:latin typeface="Arial"/>
              </a:rPr>
              <a:t>Δt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Assume a given robot mass mm.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Calculate force: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F = ma 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Publish the calculated force on the </a:t>
            </a:r>
            <a:r>
              <a:rPr b="1" lang="en-US" sz="1000" spc="-1" strike="noStrike">
                <a:latin typeface="Arial"/>
              </a:rPr>
              <a:t>/force topic</a:t>
            </a:r>
            <a:r>
              <a:rPr b="0" lang="en-US" sz="1000" spc="-1" strike="noStrike">
                <a:latin typeface="Arial"/>
              </a:rPr>
              <a:t>.</a:t>
            </a:r>
            <a:endParaRPr b="0" lang="en-US" sz="1000" spc="-1" strike="noStrike">
              <a:latin typeface="Arial"/>
            </a:endParaRPr>
          </a:p>
          <a:p>
            <a:r>
              <a:rPr b="1" lang="en-US" sz="1000" spc="-1" strike="noStrike">
                <a:latin typeface="Arial"/>
              </a:rPr>
              <a:t>3. Work Done Subscriber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Subscribe to </a:t>
            </a:r>
            <a:r>
              <a:rPr b="1" lang="en-US" sz="1000" spc="-1" strike="noStrike">
                <a:latin typeface="Arial"/>
              </a:rPr>
              <a:t>/force.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Take the distance travelled d.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Calculate work done using: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W = Fd 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Display the calculated work done in Joules (J).</a:t>
            </a:r>
            <a:endParaRPr b="0" lang="en-US" sz="1000" spc="-1" strike="noStrike">
              <a:latin typeface="Arial"/>
            </a:endParaRPr>
          </a:p>
          <a:p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2026-08-19T11:59:39Z</dcterms:created>
  <dc:creator/>
  <dc:description/>
  <dc:language>en-US</dc:language>
  <cp:lastModifiedBy/>
  <dcterms:modified xsi:type="dcterms:W3CDTF">2026-09-07T16:35:03Z</dcterms:modified>
  <cp:revision>40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