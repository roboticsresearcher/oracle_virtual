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62B7BD-ABEF-40CA-9FEB-9C64856F2A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1F93AC-8F91-4156-9394-EEEA928C22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06BBE74-3186-4418-A265-6A7C5B09B4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BDAB119-14D7-46E5-9119-B6C6EF3C25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1272457-34D8-4A23-BF7D-208CD41A39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2972CA-E424-4467-AD34-3B7D9A6F5E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B621C98-23D5-4DF9-9D1B-F00A64495C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F835CB-AFD5-4977-ADE3-EC681C6113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99A7CDC-611E-42FF-B4B8-A3A1B1F6B5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32262D5-397F-4D76-8825-1AAE3D05CE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530783A-0061-4EEE-81CB-A48E82863F4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635B15-D63D-439B-8192-2B62EE6294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0F8DA6-DDD3-48A5-8ECA-834BD9A2F51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www.virtualbox.org/" TargetMode="External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releases.ubuntu.com/jammy/" TargetMode="External"/><Relationship Id="rId2" Type="http://schemas.openxmlformats.org/officeDocument/2006/relationships/hyperlink" Target="https://releases.ubuntu.com/jammy/ubuntu-22.04.5-desktop-amd64.iso" TargetMode="External"/><Relationship Id="rId3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2743200" y="457200"/>
            <a:ext cx="411444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latin typeface="Arial"/>
              </a:rPr>
              <a:t>Installing Oracle VM VirtualBox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914400" y="1371600"/>
            <a:ext cx="284616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  <a:hlinkClick r:id="rId1"/>
              </a:rPr>
              <a:t>https://www.virtualbox.org/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096920" y="2286000"/>
            <a:ext cx="251244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Download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Choose windows hosts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1371600" y="228600"/>
            <a:ext cx="6172200" cy="529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1600200" y="457200"/>
            <a:ext cx="6171840" cy="4781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1143360" y="228600"/>
            <a:ext cx="6171840" cy="4781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1143000" y="457200"/>
            <a:ext cx="6171840" cy="4781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828800" y="286200"/>
            <a:ext cx="6086160" cy="474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1430280" y="368640"/>
            <a:ext cx="6086160" cy="479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2286000" y="228960"/>
            <a:ext cx="6086160" cy="480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 txBox="1"/>
          <p:nvPr/>
        </p:nvSpPr>
        <p:spPr>
          <a:xfrm>
            <a:off x="687960" y="372600"/>
            <a:ext cx="7770240" cy="3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latin typeface="Arial"/>
              </a:rPr>
              <a:t>Download the Ubuntu ISO using one of the following links:</a:t>
            </a:r>
            <a:endParaRPr b="1" lang="en-US" sz="16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58360" y="1253520"/>
            <a:ext cx="378504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  <a:hlinkClick r:id="rId1"/>
              </a:rPr>
              <a:t>https://releases.ubuntu.com/jammy/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2971800" y="2198520"/>
            <a:ext cx="4114800" cy="3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latin typeface="Arial"/>
                <a:hlinkClick r:id="rId2"/>
              </a:rPr>
              <a:t>64-bit PC (AMD64) desktop image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1175400" y="104760"/>
            <a:ext cx="7752960" cy="4638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1232280" y="257400"/>
            <a:ext cx="7638840" cy="500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1232280" y="233280"/>
            <a:ext cx="7638840" cy="438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" descr=""/>
          <p:cNvPicPr/>
          <p:nvPr/>
        </p:nvPicPr>
        <p:blipFill>
          <a:blip r:embed="rId1"/>
          <a:stretch/>
        </p:blipFill>
        <p:spPr>
          <a:xfrm>
            <a:off x="1232280" y="457200"/>
            <a:ext cx="7638840" cy="438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1261080" y="218880"/>
            <a:ext cx="7581600" cy="440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242000" y="218880"/>
            <a:ext cx="7619760" cy="440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1242000" y="218880"/>
            <a:ext cx="7619760" cy="440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1242000" y="457200"/>
            <a:ext cx="7619760" cy="440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2057400" y="228600"/>
            <a:ext cx="6038640" cy="4723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" descr=""/>
          <p:cNvPicPr/>
          <p:nvPr/>
        </p:nvPicPr>
        <p:blipFill>
          <a:blip r:embed="rId1"/>
          <a:stretch/>
        </p:blipFill>
        <p:spPr>
          <a:xfrm>
            <a:off x="2032560" y="228600"/>
            <a:ext cx="6038640" cy="4723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2057400" y="295560"/>
            <a:ext cx="5847840" cy="473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2026-07-22T13:54:52Z</dcterms:created>
  <dc:creator/>
  <dc:description/>
  <dc:language>en-US</dc:language>
  <cp:lastModifiedBy/>
  <dcterms:modified xsi:type="dcterms:W3CDTF">2026-07-22T14:08:47Z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