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7" d="100"/>
          <a:sy n="67" d="100"/>
        </p:scale>
        <p:origin x="9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5A600D0-78A7-4B1A-BA18-CADF9D7119E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60FD64B-05A9-4CCE-B78F-4EF176AFDFEA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11AB58B-079B-49E4-8D85-EF8575CC389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A368CE7-42F5-4310-84C6-6F6E819917B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61B6B96-CDE6-46C1-9F1D-98D955A0536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58A6DA9-0DE5-4722-93F5-05436A90AEC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73E42B5-CAC0-4D51-811D-77F015C1997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2780D17-F666-471B-B018-F2B7D07062A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DA9CB68-23C4-4C90-8508-01184EC2617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BD5887F-6620-4EE0-8F98-D60A05E198C5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16B89D3-DF1C-4ED3-9269-09CAC2ED8153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FCDD7C5-B431-45D0-9872-CB8266E1C1F9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8E85C2B-A329-40D2-824E-30763B7974A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51C3B5-C666-7C48-A3BE-51A095F133D5}"/>
              </a:ext>
            </a:extLst>
          </p:cNvPr>
          <p:cNvSpPr txBox="1"/>
          <p:nvPr/>
        </p:nvSpPr>
        <p:spPr>
          <a:xfrm>
            <a:off x="450849" y="759916"/>
            <a:ext cx="9178925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IN" b="1" dirty="0"/>
              <a:t>What is ROS? Explain its purpose and major features in robotics.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IN" b="1" dirty="0"/>
              <a:t>Explain the basic architecture of ROS 2 with a neat diagram.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IN" b="1" dirty="0"/>
              <a:t>What is a ROS 2 node? Explain its role with a suitable example.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IN" b="1" dirty="0"/>
              <a:t>Differentiate between a ROS 2 node, topic, publisher, and subscriber.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IN" b="1" dirty="0"/>
              <a:t>Explain the Publisher-Subscriber communication mechanism in ROS 2.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724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49F19A-BF75-001B-F54C-E3268F9E7D50}"/>
              </a:ext>
            </a:extLst>
          </p:cNvPr>
          <p:cNvSpPr txBox="1"/>
          <p:nvPr/>
        </p:nvSpPr>
        <p:spPr>
          <a:xfrm>
            <a:off x="434975" y="644029"/>
            <a:ext cx="9210674" cy="3884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buFont typeface="+mj-lt"/>
              <a:buAutoNum type="arabicPeriod" startAt="6"/>
            </a:pPr>
            <a:r>
              <a:rPr lang="en-IN" sz="1800" b="1" dirty="0"/>
              <a:t>What is a ROS 2 topic? Explain how data is transmitted through a topic.</a:t>
            </a:r>
            <a:r>
              <a:rPr lang="en-IN" sz="1800" dirty="0"/>
              <a:t> 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 startAt="6"/>
            </a:pPr>
            <a:r>
              <a:rPr lang="en-IN" sz="1800" b="1" dirty="0"/>
              <a:t>What are ROS 2 messages? Explain the purpose of standard message types such as </a:t>
            </a:r>
            <a:r>
              <a:rPr lang="en-IN" sz="1800" b="1" dirty="0">
                <a:latin typeface="+mn-lt"/>
              </a:rPr>
              <a:t>Float32</a:t>
            </a:r>
            <a:r>
              <a:rPr lang="en-IN" sz="1800" b="1" dirty="0"/>
              <a:t>, </a:t>
            </a:r>
            <a:r>
              <a:rPr lang="en-IN" sz="1800" b="1" dirty="0">
                <a:latin typeface="+mn-lt"/>
              </a:rPr>
              <a:t>Float32MultiArray</a:t>
            </a:r>
            <a:r>
              <a:rPr lang="en-IN" sz="1800" b="1" dirty="0"/>
              <a:t>.</a:t>
            </a:r>
            <a:r>
              <a:rPr lang="en-IN" sz="1800" dirty="0"/>
              <a:t>  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 startAt="6"/>
            </a:pPr>
            <a:r>
              <a:rPr lang="en-IN" sz="1800" b="1" dirty="0"/>
              <a:t>What are ROS 2 services? How are they different from topics?</a:t>
            </a:r>
            <a:r>
              <a:rPr lang="en-IN" sz="1800" dirty="0"/>
              <a:t> 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 startAt="6"/>
            </a:pPr>
            <a:r>
              <a:rPr lang="en-IN" sz="1800" b="1" dirty="0"/>
              <a:t>What are ROS 2 actions? Explain where actions are useful in robotics applications.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 startAt="6"/>
            </a:pPr>
            <a:r>
              <a:rPr lang="en-IN" sz="1800" b="1" dirty="0"/>
              <a:t>Differentiate between Topics, Services, and Actions in ROS 2.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854679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138</Words>
  <Application>Microsoft Office PowerPoint</Application>
  <PresentationFormat>Custom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Monex Sharma</cp:lastModifiedBy>
  <cp:revision>31</cp:revision>
  <dcterms:created xsi:type="dcterms:W3CDTF">2026-08-24T11:03:34Z</dcterms:created>
  <dcterms:modified xsi:type="dcterms:W3CDTF">2026-09-05T10:42:02Z</dcterms:modified>
  <dc:language>en-US</dc:language>
</cp:coreProperties>
</file>