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A600D0-78A7-4B1A-BA18-CADF9D7119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0FD64B-05A9-4CCE-B78F-4EF176AFDF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1AB58B-079B-49E4-8D85-EF8575CC38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368CE7-42F5-4310-84C6-6F6E819917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1B6B96-CDE6-46C1-9F1D-98D955A053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8A6DA9-0DE5-4722-93F5-05436A90AE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3E42B5-CAC0-4D51-811D-77F015C199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780D17-F666-471B-B018-F2B7D07062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A9CB68-23C4-4C90-8508-01184EC261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D5887F-6620-4EE0-8F98-D60A05E198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6B89D3-DF1C-4ED3-9269-09CAC2ED81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CDD7C5-B431-45D0-9872-CB8266E1C1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E85C2B-A329-40D2-824E-30763B7974A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457200" y="228600"/>
            <a:ext cx="9184320" cy="475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latin typeface="Arial"/>
              </a:rPr>
              <a:t>Question 1: Temperature-Based Robot Safety System</a:t>
            </a:r>
            <a:endParaRPr b="0" lang="en-US" sz="1500" spc="-1" strike="noStrike">
              <a:latin typeface="Arial"/>
            </a:endParaRPr>
          </a:p>
          <a:p>
            <a:endParaRPr b="0" lang="en-US" sz="1500" spc="-1" strike="noStrike">
              <a:latin typeface="Arial"/>
            </a:endParaRPr>
          </a:p>
          <a:p>
            <a:r>
              <a:rPr b="1" lang="en-US" sz="1400" spc="-1" strike="noStrike">
                <a:latin typeface="Arial"/>
              </a:rPr>
              <a:t>Develop a ROS2 Python program to control a robot based on its operating temperature using three nodes.</a:t>
            </a:r>
            <a:endParaRPr b="0" lang="en-US" sz="14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The system should contain three nodes: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1: Temperature Sensor Publisher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Take the temperature in Celsius as a float variable C.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Convert the temperature into Fahrenheit using: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	</a:t>
            </a:r>
            <a:r>
              <a:rPr b="0" lang="en-US" sz="1100" spc="-1" strike="noStrike">
                <a:latin typeface="Arial"/>
              </a:rPr>
              <a:t>F = (9.0 / 5.0) * C + 32.0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Publish the calculated Fahrenheit temperature on the /temperature topic</a:t>
            </a:r>
            <a:r>
              <a:rPr b="1" lang="en-US" sz="1100" spc="-1" strike="noStrike">
                <a:latin typeface="Arial"/>
              </a:rPr>
              <a:t>.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2: Temperature Threshold Node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Subscribe to /temperature.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Define the temperature threshold as a float variable: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	</a:t>
            </a:r>
            <a:r>
              <a:rPr b="0" lang="en-US" sz="1100" spc="-1" strike="noStrike">
                <a:latin typeface="Arial"/>
              </a:rPr>
              <a:t>threshold = 100.0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Compare the received temperature with the threshold.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temperature &lt;= threshold, publish 1.0 on the /robot_status topic.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temperature &gt; threshold, publish 0.0 on the /robot_status topic.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3: Robot Status Subscriber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Subscribe to /robot_status.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Store the received status as a float variable.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the status is 1.0, display "Robot ON".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the status is 0.0, display "Robot OFF".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461520" y="228600"/>
            <a:ext cx="8682480" cy="524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latin typeface="Arial"/>
              </a:rPr>
              <a:t>Question 2: Robot Speed and Distance Monitoring</a:t>
            </a:r>
            <a:endParaRPr b="1" lang="en-US" sz="1100" spc="-1" strike="noStrike">
              <a:latin typeface="Arial"/>
            </a:endParaRPr>
          </a:p>
          <a:p>
            <a:endParaRPr b="1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Develop a ROS2 Python program to calculate the distance travelled by a robot using three nodes.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The system should contain three nodes:</a:t>
            </a:r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1: Speed Publisher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Take the robot's speed as a float variable speed.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Take the travel time as a float variable time.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Calculate distance using: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	</a:t>
            </a:r>
            <a:r>
              <a:rPr b="0" lang="en-US" sz="1100" spc="-1" strike="noStrike">
                <a:latin typeface="Arial"/>
              </a:rPr>
              <a:t>distance = speed × time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Publish the calculated distance on the /distance topic. </a:t>
            </a:r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2: Distance Threshold Node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Subscribe to /distance.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Define the maximum allowed distance as a float variable:</a:t>
            </a:r>
            <a:endParaRPr b="0" lang="en-US" sz="1100" spc="-1" strike="noStrike">
              <a:latin typeface="Arial"/>
            </a:endParaRPr>
          </a:p>
          <a:p>
            <a:r>
              <a:rPr b="0" lang="en-US" sz="1100" spc="-1" strike="noStrike">
                <a:latin typeface="Arial"/>
              </a:rPr>
              <a:t>	</a:t>
            </a:r>
            <a:r>
              <a:rPr b="0" lang="en-US" sz="1100" spc="-1" strike="noStrike">
                <a:latin typeface="Arial"/>
              </a:rPr>
              <a:t>threshold = 10.0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Compare the calculated distance with the threshold.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distance &lt;= threshold, publish 1.0 on /robot_status.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distance &gt; threshold, publish 0.0 on /robot_status. </a:t>
            </a:r>
            <a:endParaRPr b="0" lang="en-US" sz="1100" spc="-1" strike="noStrike">
              <a:latin typeface="Arial"/>
            </a:endParaRPr>
          </a:p>
          <a:p>
            <a:r>
              <a:rPr b="1" lang="en-US" sz="1100" spc="-1" strike="noStrike">
                <a:latin typeface="Arial"/>
              </a:rPr>
              <a:t>Node 3: Robot Status Subscriber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Subscribe to /robot_status.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the received value is 1.0, display "Robot ON". </a:t>
            </a:r>
            <a:endParaRPr b="0" lang="en-US" sz="1100" spc="-1" strike="noStrike">
              <a:latin typeface="Arial"/>
            </a:endParaRPr>
          </a:p>
          <a:p>
            <a:pPr lvl="1" marL="432000" indent="-216000">
              <a:spcBef>
                <a:spcPts val="360"/>
              </a:spcBef>
              <a:spcAft>
                <a:spcPts val="28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latin typeface="Arial"/>
              </a:rPr>
              <a:t>If the received value is 0.0, display "Robot OFF".</a:t>
            </a:r>
            <a:endParaRPr b="0" lang="en-US" sz="1100" spc="-1" strike="noStrike">
              <a:latin typeface="Arial"/>
            </a:endParaRPr>
          </a:p>
          <a:p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2026-08-24T11:03:34Z</dcterms:created>
  <dc:creator/>
  <dc:description/>
  <dc:language>en-US</dc:language>
  <cp:lastModifiedBy/>
  <dcterms:modified xsi:type="dcterms:W3CDTF">2026-09-02T14:07:16Z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